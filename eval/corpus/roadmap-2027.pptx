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Roadmap Produk 2027</a:t>
            </a:r>
          </a:p>
          <a:p>
            <a:r>
              <a:t>Tim Platform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Kuartal 1</a:t>
            </a:r>
          </a:p>
          <a:p>
            <a:r>
              <a:t>Rilis aplikasi mobile versi 3.0</a:t>
            </a:r>
          </a:p>
          <a:p>
            <a:r>
              <a:t>Target 50.000 pengguna aktif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Kuartal 2</a:t>
            </a:r>
          </a:p>
          <a:p>
            <a:r>
              <a:t>Integrasi pembayaran QRIS</a:t>
            </a:r>
          </a:p>
          <a:p>
            <a:r>
              <a:t>Ekspansi ke Surabaya dan Medan</a:t>
            </a:r>
          </a:p>
        </p:txBody>
      </p:sp>
    </p:spTree>
  </p:cSld>
</p:sld>
</file>